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DED0DFFC-3631-4A28-8F42-342606A1526F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Quiz1Book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73461C7C-84D5-49E7-88DE-48673A2460EB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11/18/2023 10:09:56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" id="2" name="slide2">
            <a:extLst>
              <a:ext uri="{FF2B5EF4-FFF2-40B4-BE49-F238E27FC236}">
                <a16:creationId xmlns:a16="http://schemas.microsoft.com/office/drawing/2014/main" id="{E6B7E00F-879F-4CFE-BC5B-88B62FC8C6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2" id="3" name="slide3">
            <a:extLst>
              <a:ext uri="{FF2B5EF4-FFF2-40B4-BE49-F238E27FC236}">
                <a16:creationId xmlns:a16="http://schemas.microsoft.com/office/drawing/2014/main" id="{5A2CE3A0-3793-41EF-AD28-815518FFD3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3" id="4" name="slide4">
            <a:extLst>
              <a:ext uri="{FF2B5EF4-FFF2-40B4-BE49-F238E27FC236}">
                <a16:creationId xmlns:a16="http://schemas.microsoft.com/office/drawing/2014/main" id="{41EC4807-3407-4718-80CF-2F30DF3741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4" id="5" name="slide5">
            <a:extLst>
              <a:ext uri="{FF2B5EF4-FFF2-40B4-BE49-F238E27FC236}">
                <a16:creationId xmlns:a16="http://schemas.microsoft.com/office/drawing/2014/main" id="{6B32B528-1587-4666-B184-BA16A27903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2023-11-19T06:09:57Z</dcterms:created>
  <dcterms:modified xsi:type="dcterms:W3CDTF">2023-11-19T06:09:57Z</dcterms:modified>
</cp:coreProperties>
</file>